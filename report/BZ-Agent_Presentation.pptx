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 EC2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50</c:v>
                  </c:pt>
                  <c:pt idx="1">
                    <c:v>100</c:v>
                  </c:pt>
                  <c:pt idx="2">
                    <c:v>200</c:v>
                  </c:pt>
                  <c:pt idx="3">
                    <c:v>300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187</c:v>
                </c:pt>
                <c:pt idx="1">
                  <c:v>115</c:v>
                </c:pt>
                <c:pt idx="2">
                  <c:v>88</c:v>
                </c:pt>
                <c:pt idx="3">
                  <c:v>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ALB + ASG (2 inst.)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50</c:v>
                  </c:pt>
                  <c:pt idx="1">
                    <c:v>100</c:v>
                  </c:pt>
                  <c:pt idx="2">
                    <c:v>200</c:v>
                  </c:pt>
                  <c:pt idx="3">
                    <c:v>300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248</c:v>
                </c:pt>
                <c:pt idx="1">
                  <c:v>142</c:v>
                </c:pt>
                <c:pt idx="2">
                  <c:v>125</c:v>
                </c:pt>
                <c:pt idx="3">
                  <c:v>133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64748B"/>
                    </a:solidFill>
                    <a:latin typeface="Arial"/>
                  </a:rPr>
                  <a:t>Concurrent connections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64748B"/>
                    </a:solidFill>
                    <a:latin typeface="Arial"/>
                  </a:rPr>
                  <a:t>Throughput (req/s)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33415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 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bubble3D val="0"/>
            <c:spPr>
              <a:solidFill>
                <a:srgbClr val="CBD5E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Bedrock (LLM)</c:v>
                </c:pt>
                <c:pt idx="1">
                  <c:v>Compute + infra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95</c:v>
                </c:pt>
                <c:pt idx="1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33415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yar01110/bz-agen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097280"/>
            <a:ext cx="3291840" cy="3291840"/>
          </a:xfrm>
          <a:prstGeom prst="ellipse">
            <a:avLst/>
          </a:prstGeom>
          <a:solidFill>
            <a:srgbClr val="2563EB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572000"/>
            <a:ext cx="2743200" cy="2743200"/>
          </a:xfrm>
          <a:prstGeom prst="ellipse">
            <a:avLst/>
          </a:prstGeom>
          <a:solidFill>
            <a:srgbClr val="0891B2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BZ-Agent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68680" y="2697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Smart-City Mobility &amp; Event Orchestrator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6868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cloud-native, multi-agent system on AWS — comparing Lambda vs EC2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Nidhal Karchoud</a:t>
            </a:r>
            <a:pPr indent="0" marL="0">
              <a:buNone/>
            </a:pPr>
            <a:r>
              <a:rPr lang="en-US" sz="2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Abdellah Derf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4800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and Distributed Systems</a:t>
            </a:r>
            <a:endParaRPr lang="en-US" sz="14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86868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github.com/yar01110/bz-agent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BZ-Agent turns a natural-language request — </a:t>
            </a:r>
            <a:pPr indent="0" marL="0">
              <a:lnSpc>
                <a:spcPct val="115000"/>
              </a:lnSpc>
              <a:buNone/>
            </a:pPr>
            <a:r>
              <a:rPr lang="en-US" sz="17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“visit a museum and find parking nearby”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into a validated itinerary, grounded in live Bolzano open data.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486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deploy the same application two ways and ask: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serverless (Lambda) and server-based (EC2) deployments compare in performance, scalability, reliability, and cost — and where is the real bottleneck?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146304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76656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766560" y="21945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Serverless vs. server: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wins, and why?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858000" y="36576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under load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reliability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transparency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BZ-Agent · Karchoud &amp; Derf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is just the engine.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/ EC2 only orchestrate the LangGraph pipeline.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(Claude) is the reasoning brain.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holds session state &amp; scratchpad.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 Hub provides live POIs, parking &amp; weather.</a:t>
            </a:r>
            <a:endParaRPr lang="en-US" sz="1500" dirty="0"/>
          </a:p>
        </p:txBody>
      </p:sp>
      <p:pic>
        <p:nvPicPr>
          <p:cNvPr id="4" name="Image 0" descr="C:\Users\lolag\Desktop\cloud project\report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1692" y="1325880"/>
            <a:ext cx="5600060" cy="4160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BZ-Agent · Karchoud &amp; Derf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Agentic RAG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554480"/>
            <a:ext cx="3474720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 Retriever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the request to ODH tools, fetches data, and SANITISES it to a few flat fields — the key guard against context overflow &amp; hallucination.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926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43400" y="1554480"/>
            <a:ext cx="3474720" cy="1097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 Reasoner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617720" y="246888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hard constraints: proximity, transit buffers, parking availability, and weather (rain → indoor). Outputs a validated draft.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635240" y="2926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138160" y="155448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38160" y="1554480"/>
            <a:ext cx="3474720" cy="10972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0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 Generator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412480" y="246888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the validated draft into a friendly itinerary. Invents nothing — only formats facts the Reasoner approved.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flows one way; each node writes its slice to the DynamoDB scratchpad (full traceability).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BZ-Agent · Karchoud &amp; Derf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Deployment Architectures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03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463040"/>
            <a:ext cx="5303520" cy="6400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AWS Lambda + API Gateway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 — Serverless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6634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automatically, per request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cost when idle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 ~5–18 s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 execution limit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spiky / low-medium load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03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09360" y="1463040"/>
            <a:ext cx="530352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48132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Amazon EC2 (in custom VPC)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22402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B — Server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697480"/>
            <a:ext cx="46634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Always-on, fixed capacity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hourly even when idle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cold start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timeout limit</a:t>
            </a:r>
            <a:endParaRPr lang="en-US" sz="14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steady, high load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4864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container image, two execution models — the basis of every experiment.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BZ-Agent · Karchoud &amp; Derf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Method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777240" cy="7772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645920" y="14447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645920" y="184708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single-request latency on both endpoints (avg ~16.9 s, Bedrock-bound).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542032"/>
            <a:ext cx="777240" cy="7772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4203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45920" y="252374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Sweep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645920" y="292608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25→400 on the cost-free /health endpoint (no Bedrock cost).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621024"/>
            <a:ext cx="777240" cy="7772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21024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45920" y="36027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45920" y="4005072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Extrapolate to 50 / 200 / 1000 users from real numbers + AWS service limits.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4700016"/>
            <a:ext cx="777240" cy="7772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700016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45920" y="4681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645920" y="508406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(ALB + Auto Scaling) and failure-recovery, run live.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runs → descriptive statistics → charts. Why model 1000 users? A real run = tens of thousands of Bedrock calls (cost + quota throttling).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BZ-Agent · Karchoud &amp; Derf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1 — A Single Instance Saturates</a:t>
            </a:r>
            <a:endParaRPr lang="en-US" sz="2800" dirty="0"/>
          </a:p>
        </p:txBody>
      </p:sp>
      <p:pic>
        <p:nvPicPr>
          <p:cNvPr id="3" name="Image 0" descr="C:\Users\lolag\Desktop\cloud project\report/load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7175754" cy="3931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0" y="155448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804672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BREAKING POINT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046720" y="22402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~150–200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046720" y="3108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connections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38160" y="365760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throughput at ~25 conc (322 req/s)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300+, p95 ≈ 15 s — effectively broken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BZ-Agent · Karchoud &amp; Derf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 — Elasticity Raises the Ceiling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37160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772400" y="1554480"/>
            <a:ext cx="3931920" cy="36576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804672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300 CONCURRENCY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046720" y="219456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+70%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04672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vs a single instance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38160" y="3520440"/>
            <a:ext cx="3383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half the median latency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errors throughout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follows demand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BZ-Agent · Karchoud &amp; Derf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3 — Self-Healing Under Failure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killed one fleet instance mid-traffic and measured what the client saw.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1624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317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3611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client-visible outage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 / 454 health checks failed)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201168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1624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3317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8BD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~117 s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572000" y="3611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 recovery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(ASG launched a replacement)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201168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16243B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3317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8366760" y="3611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for a single instance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(until manual redeploy)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“Cattle, not pets”: the load balancer routed around the dead node instantly, and Auto Scaling replaced it automatically. Lambda is resilient the same way by design.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BZ-Agent · Karchoud &amp; Derf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Money Goes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675120" y="1554480"/>
            <a:ext cx="4937760" cy="3749040"/>
          </a:xfrm>
          <a:prstGeom prst="roundRect">
            <a:avLst>
              <a:gd name="adj" fmla="val 1951"/>
            </a:avLst>
          </a:prstGeom>
          <a:solidFill>
            <a:srgbClr val="0F172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94944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94944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LLM is ~95% of cost — identical for both architectures.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040880" y="3566160"/>
            <a:ext cx="42976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 choice is a rounding error on the bill.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wins on idle (pay-per-use); EC2 only if ~100% utilised 24/7.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Sanitisation keeps prompts small to control token cost.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4864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BZ-Agent · Karchoud &amp; Derf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&amp; Network Isolation</a:t>
            </a:r>
            <a:endParaRPr lang="en-US" sz="2800" dirty="0"/>
          </a:p>
        </p:txBody>
      </p:sp>
      <p:pic>
        <p:nvPicPr>
          <p:cNvPr id="3" name="Image 0" descr="C:\Users\lolag\Desktop\cloud project\report/vpc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552237" cy="4023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0" y="1417320"/>
            <a:ext cx="53035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VPC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subnet, internet gateway &amp; routing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DynamoDB gateway endpoint (free) — state never leaves AWS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group: only port 8080 inbound</a:t>
            </a:r>
            <a:endParaRPr lang="en-US" sz="1400" dirty="0"/>
          </a:p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IAM roles (Bedrock + DynamoDB only)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via IAM — no long-lived API key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excluded from git (.gitignore)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4864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BZ-Agent · Karchoud &amp; Derf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 &amp; Reflection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667512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is the better default</a:t>
            </a:r>
            <a:endParaRPr lang="en-US" sz="155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auto-scaling, no single point of failure, $0 idle — ideal for bursty traffic.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needs help to scale</a:t>
            </a:r>
            <a:endParaRPr lang="en-US" sz="1550" dirty="0"/>
          </a:p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instance breaks at ~150–200 conc; an ALB + Auto Scaling Group fixes it.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is the real bottleneck &amp; cost</a:t>
            </a:r>
            <a:endParaRPr lang="en-US" sz="15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~95% of spend and the shared limit at high load — compute choice barely matters.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589520" y="1463040"/>
            <a:ext cx="4114800" cy="4114800"/>
          </a:xfrm>
          <a:prstGeom prst="roundRect">
            <a:avLst>
              <a:gd name="adj" fmla="val 1778"/>
            </a:avLst>
          </a:prstGeom>
          <a:solidFill>
            <a:srgbClr val="1624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863840" y="1691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next steps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955280" y="2240280"/>
            <a:ext cx="35661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users modelled, not run (cost/quota)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region / single AZ baseline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target-tracking auto-scaling policy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in private subnets (NAT cost)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SASA bus / GTFS schedules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64556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BZ-Agent · Karchoud &amp; Derf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4712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754880"/>
            <a:ext cx="3291840" cy="3291840"/>
          </a:xfrm>
          <a:prstGeom prst="ellipse">
            <a:avLst/>
          </a:prstGeom>
          <a:solidFill>
            <a:srgbClr val="0891B2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914400"/>
            <a:ext cx="2926080" cy="2926080"/>
          </a:xfrm>
          <a:prstGeom prst="ellipse">
            <a:avLst/>
          </a:prstGeom>
          <a:solidFill>
            <a:srgbClr val="2563E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0116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68680" y="3108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demo welcome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41148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Nidhal Karchoud  ·  Abdellah Derf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github.com/yar01110/bz-agent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BZ-Agent</dc:title>
  <dc:subject>PptxGenJS Presentation</dc:subject>
  <dc:creator>Nidhal Karchoud, Abdellah Derf</dc:creator>
  <cp:lastModifiedBy>Nidhal Karchoud, Abdellah Derf</cp:lastModifiedBy>
  <cp:revision>1</cp:revision>
  <dcterms:created xsi:type="dcterms:W3CDTF">2026-06-02T15:43:04Z</dcterms:created>
  <dcterms:modified xsi:type="dcterms:W3CDTF">2026-06-02T15:43:04Z</dcterms:modified>
</cp:coreProperties>
</file>